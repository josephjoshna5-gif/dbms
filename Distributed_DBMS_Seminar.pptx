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 Management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disadvantages, goals and types — with examples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Class Seminar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Distributed Database?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database is a single logical database whose data is spread across multiple locations (sites), connected by a network.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stores a part of the data and has its own storage and processing.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DDBMS manages all the sites so users see one unified database.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bank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7373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737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Kochi branch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2286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branch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2834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branch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33832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branch data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one bank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DDBMS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expand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spread across systems, so adding a new system is not complicated.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opens a new branch and simply adds a new site to the network.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66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137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transparency levels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different transparency levels can be stored at different locations.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product data is openly accessible at one site; sensitive payroll data is kept at another.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331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storage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be stored by department, making hierarchical access in an organization easier.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keeps Admissions, Exams and Library data at their own department sites.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DDBMS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protection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fire or earthquake hits one place, not all data is destroyed because it is stored at different locations.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Mumbai server is damaged in a flood, Chennai and Delhi still hold their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66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137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network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network of systems that each hold part of the database costs less, and it can be scaled up or down easily.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low-cost servers instead of one expensive mainframe.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0" y="132588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33160" y="1417320"/>
            <a:ext cx="231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nodes fail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 nodes go offline, the rest of the database keeps working normally.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ATM-network server is down, other branches still process transactions.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DDBMS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67512"/>
          </a:xfrm>
          <a:prstGeom prst="roundRect">
            <a:avLst>
              <a:gd name="adj" fmla="val 82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05156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give users a uniform view of data spread over many locations.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Joining data from 4 sites to show one report.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8229600" cy="667512"/>
          </a:xfrm>
          <a:prstGeom prst="roundRect">
            <a:avLst>
              <a:gd name="adj" fmla="val 82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10512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810512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makes it costly to maintain.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Extra cost for network links and multiple admins.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9464"/>
            <a:ext cx="8229600" cy="667512"/>
          </a:xfrm>
          <a:prstGeom prst="roundRect">
            <a:avLst>
              <a:gd name="adj" fmla="val 82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569464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secure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569464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and the network connecting nodes must be secured.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One weakly protected site exposes the whole system.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8229600" cy="667512"/>
          </a:xfrm>
          <a:prstGeom prst="roundRect">
            <a:avLst>
              <a:gd name="adj" fmla="val 82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328416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redundancy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328416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consistent is difficult; data may be duplicated across sites.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customer address updated at Site 1 but not at Site 3.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87368"/>
            <a:ext cx="8229600" cy="667512"/>
          </a:xfrm>
          <a:prstGeom prst="roundRect">
            <a:avLst>
              <a:gd name="adj" fmla="val 821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087368"/>
            <a:ext cx="1920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staff needed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4087368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people experienced enough to manage it.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Needs experts in networking, replication and distributed transactions.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a Distributed Database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was built to improve: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31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system fails or stops working for some time, another system can complete the task.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request is rerouted to a backup site when the main server crashes.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766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3760" y="1554480"/>
            <a:ext cx="231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server goes down, another system is available to serve the client request.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shop stays open 24/7 because replicas serve customers.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3160" y="1554480"/>
            <a:ext cx="231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the database over locations makes data available at every location and easy to maintain.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Kerala query the local site instead of a far-away server, so responses are faster.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Distributed Databases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00500" cy="3200400"/>
          </a:xfrm>
          <a:prstGeom prst="roundRect">
            <a:avLst>
              <a:gd name="adj" fmla="val 2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7261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use the same DBMS software and structure, so it is easier to manage and appears as one system.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of a company running Oracle.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86300" y="1280160"/>
            <a:ext cx="4000500" cy="3200400"/>
          </a:xfrm>
          <a:prstGeom prst="roundRect">
            <a:avLst>
              <a:gd name="adj" fmla="val 2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23460" y="1371600"/>
            <a:ext cx="37261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sites may use different DBMS software, data models or operating systems, so integration is harder.</a:t>
            </a:r>
            <a:endParaRPr lang="en-US" sz="16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site on MySQL, another on Oracle, another on MongoDB.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DDBMS spreads one logical database across many sites.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scalability, fault tolerance, lower cost, local access.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complexity, security, consistency, cost of expertise.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reliability, availability, performance.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2026-09-29T17:26:06Z</dcterms:created>
  <dcterms:modified xsi:type="dcterms:W3CDTF">2026-09-29T17:26:06Z</dcterms:modified>
</cp:coreProperties>
</file>